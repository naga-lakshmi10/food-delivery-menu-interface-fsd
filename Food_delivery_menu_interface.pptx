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E560-05A9-EF36-50FF-024356851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2195"/>
            <a:ext cx="9144000" cy="2387600"/>
          </a:xfrm>
        </p:spPr>
        <p:txBody>
          <a:bodyPr/>
          <a:lstStyle/>
          <a:p>
            <a:r>
              <a:rPr lang="en-US" dirty="0"/>
              <a:t>Food delivery menu interface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3E1B4-D86D-BDD3-523B-2BDF16577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7896"/>
            <a:ext cx="9144000" cy="23876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Presented by:</a:t>
            </a:r>
          </a:p>
          <a:p>
            <a:r>
              <a:rPr lang="en-US" dirty="0"/>
              <a:t>Nagalakshmi Karri(24A31A05GX)</a:t>
            </a:r>
          </a:p>
          <a:p>
            <a:r>
              <a:rPr lang="en-US" dirty="0"/>
              <a:t>Riyaz Mohammed(24A31A05IJ)</a:t>
            </a:r>
          </a:p>
          <a:p>
            <a:r>
              <a:rPr lang="en-US" dirty="0"/>
              <a:t>Snigdha Nistala(24A31A05HC)</a:t>
            </a:r>
          </a:p>
          <a:p>
            <a:r>
              <a:rPr lang="en-US" dirty="0"/>
              <a:t>Divya Rednam(24A31A05HK)</a:t>
            </a:r>
          </a:p>
          <a:p>
            <a:r>
              <a:rPr lang="en-US" dirty="0"/>
              <a:t>CSE-E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48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AE05-B6D0-1103-D4E9-795C5B73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D19ED-18A3-1286-032D-7DF6DA390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design and develop a responsive Food Delivery Menu Interface </a:t>
            </a:r>
          </a:p>
          <a:p>
            <a:r>
              <a:rPr lang="en-US" sz="2400" dirty="0"/>
              <a:t>To allow users to browse food items easily </a:t>
            </a:r>
          </a:p>
          <a:p>
            <a:r>
              <a:rPr lang="en-US" sz="2400" dirty="0"/>
              <a:t>To simulate add to cart functionality </a:t>
            </a:r>
          </a:p>
          <a:p>
            <a:r>
              <a:rPr lang="en-US" sz="2400" dirty="0"/>
              <a:t>To provide a simple and user-friendly UI </a:t>
            </a:r>
          </a:p>
          <a:p>
            <a:r>
              <a:rPr lang="en-US" sz="2400" dirty="0"/>
              <a:t>To enhance understanding of front-end web development</a:t>
            </a:r>
          </a:p>
          <a:p>
            <a:r>
              <a:rPr lang="en-US" sz="2400" dirty="0"/>
              <a:t> To improve understanding of DOM manipulation and JavaScript event handling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29982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3672-DD1A-B3AB-9DA3-0DF34939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A40F5-5324-F767-DE37-90B54CA81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This project is a web-based food ordering interface</a:t>
            </a:r>
          </a:p>
          <a:p>
            <a:r>
              <a:rPr lang="en-US" sz="2400" dirty="0"/>
              <a:t>Built using HTML, CSS, and JavaScript</a:t>
            </a:r>
          </a:p>
          <a:p>
            <a:r>
              <a:rPr lang="en-US" sz="2400" dirty="0"/>
              <a:t>Focuses on UI design and interactivity</a:t>
            </a:r>
          </a:p>
          <a:p>
            <a:r>
              <a:rPr lang="en-US" sz="2400" dirty="0"/>
              <a:t>Displays food items with images, price, and categories</a:t>
            </a:r>
          </a:p>
          <a:p>
            <a:r>
              <a:rPr lang="en-IN" sz="2400" dirty="0"/>
              <a:t>Includes cart simulation feature</a:t>
            </a:r>
            <a:endParaRPr lang="en-US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16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9730-7EC4-5A37-C84C-07E5990B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Technologies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9A464-BAD7-85D0-E6CD-19C27FBD9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HTML – Structure of the webpage</a:t>
            </a:r>
          </a:p>
          <a:p>
            <a:r>
              <a:rPr lang="en-US" sz="2400" dirty="0"/>
              <a:t>CSS – Styling and layout design</a:t>
            </a:r>
          </a:p>
          <a:p>
            <a:r>
              <a:rPr lang="en-US" sz="2400" dirty="0"/>
              <a:t>JavaScript – Interactivity and cart logic</a:t>
            </a:r>
          </a:p>
          <a:p>
            <a:r>
              <a:rPr lang="en-US" sz="2400" dirty="0"/>
              <a:t>GitHub Pages – Hosting the project</a:t>
            </a:r>
          </a:p>
          <a:p>
            <a:r>
              <a:rPr lang="en-IN" sz="2400" dirty="0"/>
              <a:t>VS Code – Development environment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25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F9C7-2C95-5D19-A49C-CAE02892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0F25-3CCE-C502-B194-467844364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Responsive food menu layout </a:t>
            </a:r>
          </a:p>
          <a:p>
            <a:r>
              <a:rPr lang="en-US" sz="2400" dirty="0"/>
              <a:t>Category-based food display </a:t>
            </a:r>
          </a:p>
          <a:p>
            <a:r>
              <a:rPr lang="en-US" sz="2400" dirty="0"/>
              <a:t>Add to Cart functionality </a:t>
            </a:r>
          </a:p>
          <a:p>
            <a:r>
              <a:rPr lang="en-US" sz="2400" dirty="0"/>
              <a:t>Quantity update system </a:t>
            </a:r>
          </a:p>
          <a:p>
            <a:r>
              <a:rPr lang="en-US" sz="2400" dirty="0"/>
              <a:t>Simple and clean UI design </a:t>
            </a:r>
          </a:p>
          <a:p>
            <a:r>
              <a:rPr lang="en-US" sz="2400" dirty="0"/>
              <a:t>Mobile-friendly interface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804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B29A-A245-C5AF-97BB-982C4FAE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Working Logic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024D-A75A-C526-A938-1A54A3785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User opens the food menu page </a:t>
            </a:r>
          </a:p>
          <a:p>
            <a:r>
              <a:rPr lang="en-US" sz="2400" dirty="0"/>
              <a:t>Food items are displayed with images and prices </a:t>
            </a:r>
          </a:p>
          <a:p>
            <a:r>
              <a:rPr lang="en-US" sz="2400" dirty="0"/>
              <a:t>User selects items and clicks Add to Cart </a:t>
            </a:r>
          </a:p>
          <a:p>
            <a:r>
              <a:rPr lang="en-US" sz="2400" dirty="0"/>
              <a:t>Cart updates dynamically using JavaScript </a:t>
            </a:r>
          </a:p>
          <a:p>
            <a:r>
              <a:rPr lang="en-US" sz="2400" dirty="0"/>
              <a:t>Total price is calculated automatically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022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6319-CD98-F01E-4E90-46512425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49D51-E60F-B43F-48AB-978BD6198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Home Page loads menu </a:t>
            </a:r>
          </a:p>
          <a:p>
            <a:r>
              <a:rPr lang="en-US" sz="2400" dirty="0"/>
              <a:t>User browses food items </a:t>
            </a:r>
          </a:p>
          <a:p>
            <a:r>
              <a:rPr lang="en-US" sz="2400" dirty="0"/>
              <a:t>User adds items to cart </a:t>
            </a:r>
          </a:p>
          <a:p>
            <a:r>
              <a:rPr lang="en-US" sz="2400" dirty="0"/>
              <a:t>Cart updates in real-time </a:t>
            </a:r>
          </a:p>
          <a:p>
            <a:r>
              <a:rPr lang="en-US" sz="2400" dirty="0"/>
              <a:t>Final order summary is displayed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64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B862-F0A5-E3C1-0704-857F6E332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8AC1A-D8CC-A111-B063-2A5C1CEE8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5270090"/>
          </a:xfrm>
        </p:spPr>
        <p:txBody>
          <a:bodyPr/>
          <a:lstStyle/>
          <a:p>
            <a:r>
              <a:rPr lang="en-US" dirty="0"/>
              <a:t>Home Page                                     login page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Menu page                                cart page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A0167C-BC7F-8642-4CAA-CF00B4D0E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684" y="2005780"/>
            <a:ext cx="4257128" cy="18189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C890C7-A945-B48F-F094-95B807085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5780"/>
            <a:ext cx="4746706" cy="18189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4F463E-159F-830B-B12C-8972C6CC35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684" y="4680154"/>
            <a:ext cx="4316423" cy="16665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618369-5049-4B17-2A89-3D0C90F3BD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019" y="4680154"/>
            <a:ext cx="4634924" cy="166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71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F78B-4747-5776-EEF6-7D1B73646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C9F51-B2D9-6D63-B163-1B344BD8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Easy to use interface </a:t>
            </a:r>
          </a:p>
          <a:p>
            <a:r>
              <a:rPr lang="en-US" sz="2400" dirty="0"/>
              <a:t>Fast food browsing system </a:t>
            </a:r>
          </a:p>
          <a:p>
            <a:r>
              <a:rPr lang="en-US" sz="2400" dirty="0"/>
              <a:t>Lightweight and responsive design </a:t>
            </a:r>
          </a:p>
          <a:p>
            <a:r>
              <a:rPr lang="en-US" sz="2400" dirty="0"/>
              <a:t>Helps users understand ordering flow </a:t>
            </a:r>
          </a:p>
          <a:p>
            <a:r>
              <a:rPr lang="en-US" sz="2400" dirty="0"/>
              <a:t>Good practice for web development skills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02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A2F5-51ED-65D5-FEB8-6661BFB59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9EF1-9AF1-D2FD-2E34-FC63CD6D1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 backend database integration </a:t>
            </a:r>
          </a:p>
          <a:p>
            <a:r>
              <a:rPr lang="en-US" sz="2400" dirty="0"/>
              <a:t>No real payment system </a:t>
            </a:r>
          </a:p>
          <a:p>
            <a:r>
              <a:rPr lang="en-US" sz="2400" dirty="0"/>
              <a:t>No user login system </a:t>
            </a:r>
          </a:p>
          <a:p>
            <a:r>
              <a:rPr lang="en-US" sz="2400" dirty="0"/>
              <a:t>Data is not permanently stored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279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6429-3551-B228-FA9C-8C7BB179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4E8CC-EF60-D996-77E6-3C9F5BA0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Add backend using Node.js or PHP </a:t>
            </a:r>
          </a:p>
          <a:p>
            <a:r>
              <a:rPr lang="en-IN" sz="2400" dirty="0"/>
              <a:t>Implement user login &amp; authentication </a:t>
            </a:r>
          </a:p>
          <a:p>
            <a:r>
              <a:rPr lang="en-IN" sz="2400" dirty="0"/>
              <a:t>Integrate payment gateway </a:t>
            </a:r>
          </a:p>
          <a:p>
            <a:r>
              <a:rPr lang="en-IN" sz="2400" dirty="0"/>
              <a:t>Add real-time order tracking </a:t>
            </a:r>
          </a:p>
          <a:p>
            <a:r>
              <a:rPr lang="en-IN" sz="2400" dirty="0"/>
              <a:t>Store data in database (MySQL / MongoDB)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210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6E7C-E9FE-00F7-B71E-E3259B1B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49E08-E69B-324F-CA8E-7EE417AFC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400" dirty="0"/>
              <a:t>The project successfully demonstrates a Food Delivery Interface </a:t>
            </a:r>
          </a:p>
          <a:p>
            <a:r>
              <a:rPr lang="en-US" sz="2400" dirty="0"/>
              <a:t>It helps understand frontend development concepts </a:t>
            </a:r>
          </a:p>
          <a:p>
            <a:r>
              <a:rPr lang="en-US" sz="2400" dirty="0"/>
              <a:t>Provides a basic simulation of online ordering systems </a:t>
            </a:r>
          </a:p>
          <a:p>
            <a:r>
              <a:rPr lang="en-US" sz="2400" dirty="0"/>
              <a:t>Can be expanded into a full-stack application in future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22156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</Template>
  <TotalTime>32</TotalTime>
  <Words>345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Univers</vt:lpstr>
      <vt:lpstr>GradientVTI</vt:lpstr>
      <vt:lpstr>Food delivery menu interface </vt:lpstr>
      <vt:lpstr>Objective</vt:lpstr>
      <vt:lpstr>Project Overview</vt:lpstr>
      <vt:lpstr> Technologies Used </vt:lpstr>
      <vt:lpstr>Features</vt:lpstr>
      <vt:lpstr>Working Logic</vt:lpstr>
      <vt:lpstr>System Flow</vt:lpstr>
      <vt:lpstr>Screenshots</vt:lpstr>
      <vt:lpstr>Advantages</vt:lpstr>
      <vt:lpstr>Limitations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nagalakshmikarri27@gmail.com</dc:creator>
  <cp:lastModifiedBy>nagalakshmikarri27@gmail.com</cp:lastModifiedBy>
  <cp:revision>1</cp:revision>
  <dcterms:created xsi:type="dcterms:W3CDTF">2026-04-28T00:05:14Z</dcterms:created>
  <dcterms:modified xsi:type="dcterms:W3CDTF">2026-04-28T00:37:25Z</dcterms:modified>
</cp:coreProperties>
</file>